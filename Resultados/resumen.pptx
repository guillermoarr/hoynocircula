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0" d="100"/>
          <a:sy n="110" d="100"/>
        </p:scale>
        <p:origin x="594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08E6A3-A1B8-46C1-ABA7-5212395E18F8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3021D1-5982-4C6C-A661-B95CE2F5B9F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6176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se encontró que la activación del programa está relacionada con un aumento de 15.75, 20.45 y 13.17 $\mu g/m^3$ sobre los niveles de contaminantes principales ($O_3$, $PM_{10}$, $PM_{2.5}$). Sin embargo, al realizar un recorrido del tratamiento en 6 horas, notamos que el efecto se reduce a 6.53, 11.77 y 8.96 $\mu g/m^3$, como se muestra en las Tablas 1 y 2. </a:t>
            </a:r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3021D1-5982-4C6C-A661-B95CE2F5B9F6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1920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E8216C-1CC3-43D0-9866-816120CC5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2FBEB7-D6DA-4D04-A827-BFC478965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F0FC91-2718-4AD7-AE0F-389AE1115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0B18-A4DB-457B-871B-76C0BB835631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7C8E61-F281-42C9-A246-D06037EFF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EF4667-0A24-4C5A-AF91-DE6202CED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0906-83D4-42CC-92CC-626ACC7BFF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8233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70232A-6FD7-41D4-8A37-A03824AA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3C2AC6-7D53-4017-9B72-B82276A30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62946E-4C5B-4A25-9EA4-C4900676A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0B18-A4DB-457B-871B-76C0BB835631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99B984-20A0-4BF8-B06D-2C1CE745A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23D47F-CA7A-410B-910F-3A24D8E8A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0906-83D4-42CC-92CC-626ACC7BFF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4106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BF4AEA-7D13-4024-A0F3-78F26C535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E864D3-8F71-4CDB-8839-81F490CCD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F4A6F0-40A2-42E2-B808-31964ACA4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0B18-A4DB-457B-871B-76C0BB835631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7593A1-8381-44A4-858E-083730CC6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3AEC29-D82D-4323-A1D4-E40E4D97B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0906-83D4-42CC-92CC-626ACC7BFF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78472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C59308-55D1-45A2-A7A7-F4EF0150D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0453D-5825-454F-BF48-F78BEBDC4D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0F316F-B344-4ACB-9C5A-5C9551FA3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E8ECDF-44DE-4340-82C5-F6520C35B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0B18-A4DB-457B-871B-76C0BB835631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7B91CD-83F6-4D12-AB11-CD6C1CB64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0EEA37-424D-4F6A-88CA-8CFC3DC2E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0906-83D4-42CC-92CC-626ACC7BFF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294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BF343F-BC54-459A-A730-DA7BBF57E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5E250F-0D0C-45B2-8EA4-DFF0174B4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470E683-C8CE-4132-897F-FAF07BC40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88E24BC-22C8-4ED4-8A1F-AF7B752025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E6F8211-0158-4CB9-943B-BD83651B74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41A4678-7D30-4FAE-B252-2F1DB43FF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0B18-A4DB-457B-871B-76C0BB835631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618B706-F69B-4B25-A3BD-40C856773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2FE4F2B-C8AE-4F46-AE16-9D081DE85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0906-83D4-42CC-92CC-626ACC7BFF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6544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928B8-3919-4840-915D-31FA16278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AC56688-8F80-427A-B622-E1BDEB21A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0B18-A4DB-457B-871B-76C0BB835631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57CA403-B1BF-4656-9329-4287FA499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13F53E9-9B87-49AB-931C-068E2176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0906-83D4-42CC-92CC-626ACC7BFF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5164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66B71A1-1B31-4BCF-A3D3-2A5220459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0B18-A4DB-457B-871B-76C0BB835631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123F3BC-A4A7-43B5-835E-AC2AB21E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0D2A1A-6474-44F6-8192-41531C0C9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0906-83D4-42CC-92CC-626ACC7BFF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5321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3A4C1-EF51-454B-99C1-82E94BDFA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E9EA98-4862-435E-8165-0582F8DF3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2D39B40-5210-4671-B768-C2D2B0C10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10A331-6474-4780-A8C9-1F7C2C14B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0B18-A4DB-457B-871B-76C0BB835631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A5773E-C137-4577-B3F6-E7CC1474A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E2641B-1D5E-4867-810F-81D21BEF5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0906-83D4-42CC-92CC-626ACC7BFF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9307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0B7DF-8277-4D94-9505-95E59A72A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6349CC4-2CB5-40C3-B842-DFA555B3B4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674A81-D5A2-4DE3-BBCD-CA37F3929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87CABB-0C2A-44D4-AD02-CEFB93549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0B18-A4DB-457B-871B-76C0BB835631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29BEE9-6D86-47C0-8643-5173FFBE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F7CBDF-7A7C-460B-93E6-F678BB9DD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0906-83D4-42CC-92CC-626ACC7BFF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9190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270F5D-DA90-4159-A910-90D105390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606601C-E654-4D78-97A2-828C44AA6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0CB064-A976-4D76-BA4B-4F54AE65D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0B18-A4DB-457B-871B-76C0BB835631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9F38BD-6613-467C-8D44-0B0EE31C0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43EF95-CAD5-4663-881F-A5FDE7A89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0906-83D4-42CC-92CC-626ACC7BFF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814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737A224-8959-460C-A99F-487352F19E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31CEF01-0AF7-42F8-B72B-944487C3D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9D8245-CF49-4387-A067-EC79CC8F1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60B18-A4DB-457B-871B-76C0BB835631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966EEC-AF08-43FB-BD12-7EEE9A881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E14F7D-C69F-4207-8F79-9E52EE45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0906-83D4-42CC-92CC-626ACC7BFF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13721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2EA7D71-B1FE-461D-B198-F27022DE0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711314-573C-447C-89A8-ACCD5D7E0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BBF832-40E2-4A90-B1E3-99F7CFA35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60B18-A4DB-457B-871B-76C0BB835631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FBD7F4-27DF-411C-A883-DB808FDB5B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1C9086-EFB5-4738-8938-6B5671261B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ED0906-83D4-42CC-92CC-626ACC7BFF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2191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>
            <a:extLst>
              <a:ext uri="{FF2B5EF4-FFF2-40B4-BE49-F238E27FC236}">
                <a16:creationId xmlns:a16="http://schemas.microsoft.com/office/drawing/2014/main" id="{FF4053B6-412D-4EE3-9620-C20CD1F1353C}"/>
              </a:ext>
            </a:extLst>
          </p:cNvPr>
          <p:cNvSpPr txBox="1"/>
          <p:nvPr/>
        </p:nvSpPr>
        <p:spPr>
          <a:xfrm>
            <a:off x="147145" y="241738"/>
            <a:ext cx="55704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err="1"/>
              <a:t>Main</a:t>
            </a:r>
            <a:r>
              <a:rPr lang="es-MX" b="1" dirty="0"/>
              <a:t> idea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Investigación de Lucas Davis pero para Doble Hoy No </a:t>
            </a:r>
            <a:r>
              <a:rPr lang="es-MX" dirty="0" err="1"/>
              <a:t>Cirula</a:t>
            </a:r>
            <a:r>
              <a:rPr lang="es-MX" dirty="0"/>
              <a:t> (DHNC)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Davis verifica cambios a partir del año de inicio de programa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Series de tiempo y reducción por ventanas en distintas fechas</a:t>
            </a:r>
          </a:p>
          <a:p>
            <a:r>
              <a:rPr lang="es-MX" b="1" dirty="0"/>
              <a:t>¿Por qué?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Queremos verificar que hay un cambio en los niveles de contaminantes cada que se aplica DHNC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Aumento de implementación sin resultados(?)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5D79EA3-455C-4189-ACA5-D7B8F5634158}"/>
              </a:ext>
            </a:extLst>
          </p:cNvPr>
          <p:cNvSpPr txBox="1"/>
          <p:nvPr/>
        </p:nvSpPr>
        <p:spPr>
          <a:xfrm>
            <a:off x="6348250" y="241738"/>
            <a:ext cx="55704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Hecho…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No encontré ningún estudio al respecto en Google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Búsqueda del DHNC en DOF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Información histórica sobre DHNC solicitada por Transparencia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Código para RD y </a:t>
            </a:r>
            <a:r>
              <a:rPr lang="es-MX" dirty="0" err="1"/>
              <a:t>DiD</a:t>
            </a:r>
            <a:r>
              <a:rPr lang="es-MX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Descriptivos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Gráficos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6C757E0A-8E13-443D-BCFD-6B8F29ED7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490" y="1499543"/>
            <a:ext cx="2780331" cy="1702747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9BE95FD9-2935-4170-B696-74CFF9D56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941040"/>
            <a:ext cx="4687613" cy="2898387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684277AE-2F6F-4C54-B57D-4BC37A34A03D}"/>
              </a:ext>
            </a:extLst>
          </p:cNvPr>
          <p:cNvSpPr txBox="1"/>
          <p:nvPr/>
        </p:nvSpPr>
        <p:spPr>
          <a:xfrm>
            <a:off x="147145" y="3515388"/>
            <a:ext cx="5570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Resultados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545719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183</Words>
  <Application>Microsoft Office PowerPoint</Application>
  <PresentationFormat>Panorámica</PresentationFormat>
  <Paragraphs>18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</dc:creator>
  <cp:lastModifiedBy>GUILLERMO</cp:lastModifiedBy>
  <cp:revision>4</cp:revision>
  <dcterms:created xsi:type="dcterms:W3CDTF">2025-12-16T18:44:54Z</dcterms:created>
  <dcterms:modified xsi:type="dcterms:W3CDTF">2025-12-17T00:28:24Z</dcterms:modified>
</cp:coreProperties>
</file>